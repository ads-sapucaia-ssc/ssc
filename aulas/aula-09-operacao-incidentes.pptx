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9 — Operação &amp; Incidentes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Auditoria, monitoração e resposta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Ops · Incident Response · ANPD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Auditoria e não-repúdio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Os requisitos mais esquecidos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Trilha de auditoria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registrar × qualidade do log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O que registrar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 e autorização negada.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Acesso/alteração de dado sensível.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Ações administrativas.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expor segredos/PII no log.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Qualidade do log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Integridade: imutável/assinado.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Sincronização de tempo (NTP).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Retenção conforme lei.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Alertas em padrões anômalos.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Detecção e resposta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E depois que está em produção?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de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medir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MTTD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detectar (média atual: 194 dias)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remediar (meta: críticas &lt; 14 dias)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%Cobertura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código + deps escaneados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Escape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bugs de segurança que chegaram à produção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Resposta a incidente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Fluxo de um vazamento de laudo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Detecção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alerta/monitoração identifica o acesso indevido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Contenção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revogar sessão, bloquear endpoint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Erradicação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corrigir a causa (ex.: IDOR)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Recuperação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restaurar e validar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Notificação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ANPD e titular (LGPD art. 48)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Lições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post-mortem realimenta os requisitos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02920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120640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 trilha de auditoria confiável é impossível provar quem fez o quê.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7)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Auditoria + plano de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Trilha: </a:t>
            </a:r>
            <a:r>
              <a:rPr sz="1800">
                <a:solidFill>
                  <a:srgbClr val="212121"/>
                </a:solidFill>
                <a:latin typeface="Open Sans"/>
              </a:rPr>
              <a:t>valide append-only, hash-chain, sem PII em texto claro.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Runbook: </a:t>
            </a:r>
            <a:r>
              <a:rPr sz="1800">
                <a:solidFill>
                  <a:srgbClr val="212121"/>
                </a:solidFill>
                <a:latin typeface="Open Sans"/>
              </a:rPr>
              <a:t>escreva a resposta a um vazamento de laudo.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ANPD: </a:t>
            </a:r>
            <a:r>
              <a:rPr sz="1800">
                <a:solidFill>
                  <a:srgbClr val="212121"/>
                </a:solidFill>
                <a:latin typeface="Open Sans"/>
              </a:rPr>
              <a:t>defina quando e como comunicar (art. 48).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Integridade: </a:t>
            </a:r>
            <a:r>
              <a:rPr sz="1800">
                <a:solidFill>
                  <a:srgbClr val="212121"/>
                </a:solidFill>
                <a:latin typeface="Open Sans"/>
              </a:rPr>
              <a:t>adulterar uma entrada deve ser detectável.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