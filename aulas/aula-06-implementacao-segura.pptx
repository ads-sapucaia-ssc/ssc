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6 — Implementação Segura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OWASP Top 10 e remediação (prova de conceito)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Coding · OWASP Top 10:2025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OWASP Top 10:2025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 classes de falha mais comuns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OWASP Top 10:2025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As categorias (2 novas)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Broken Access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IDOR, RBAC ausente — #1 há 4 edições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Security Misconfiguration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CORS, headers, defaults inseguros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Software Supply Chain (NOVA)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dependências, proveniência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Cryptographic Failures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MD5, TLS fraco, segredos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Injection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SQLi, XSS, comando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A07 / A09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Auth Failures / Logging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sessão, rate limit / auditoria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Controles por classe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Como corrigir de verdade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Correções essenciais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padrão vulnerável ao seguro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consultas parametrizadas; allowlist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ownership no servidor; deny by default; RBAC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Crypto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Argon2id; TLS 1.3; AES-256-GCM; nada de MD5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Segredos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cofre/variável de ambiente; secret scanning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Módulos LGPD a criar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Direitos do titular viram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Consentimento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específico, versionado, revogável (art. 8/9)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Portabilidade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exportar todos os dados (art. 18)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Eliminação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excluir/anonimizar com retenção (art. 18)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Auditoria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trilha append-only, sem PII (art. 37/46)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das próximas semanas (Fase 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Remediação como prova de conceito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PoC: </a:t>
            </a:r>
            <a:r>
              <a:rPr sz="1800">
                <a:solidFill>
                  <a:srgbClr val="212121"/>
                </a:solidFill>
                <a:latin typeface="Open Sans"/>
              </a:rPr>
              <a:t>corrija 1–2 controles ponta-a-ponta (≥1 P0) num PR.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Teste: </a:t>
            </a:r>
            <a:r>
              <a:rPr sz="1800">
                <a:solidFill>
                  <a:srgbClr val="212121"/>
                </a:solidFill>
                <a:latin typeface="Open Sans"/>
              </a:rPr>
              <a:t>cada correção acompanha o teste que a prova.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Plano: </a:t>
            </a:r>
            <a:r>
              <a:rPr sz="1800">
                <a:solidFill>
                  <a:srgbClr val="212121"/>
                </a:solidFill>
                <a:latin typeface="Open Sans"/>
              </a:rPr>
              <a:t>para o resto do pacote, entregue plano de remediação.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Foco: </a:t>
            </a:r>
            <a:r>
              <a:rPr sz="1800">
                <a:solidFill>
                  <a:srgbClr val="212121"/>
                </a:solidFill>
                <a:latin typeface="Open Sans"/>
              </a:rPr>
              <a:t>o objetivo é fechar o fio, não corrigir tudo.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Gate: </a:t>
            </a:r>
            <a:r>
              <a:rPr sz="1800">
                <a:solidFill>
                  <a:srgbClr val="212121"/>
                </a:solidFill>
                <a:latin typeface="Open Sans"/>
              </a:rPr>
              <a:t>a classe corrigida deve passar de vermelho a verde no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