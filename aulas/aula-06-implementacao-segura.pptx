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6 (cobre as semanas 6-9). Agora corrigimos o código: as classes de falha do OWASP Top 10 e como remediá-las. Entregável: 1-2 controles corrigidos ponta-a-ponta (prova de conceito) + plano de remediação do restante (Fase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OWASP Top 10 é a lista das categorias de falha mais frequentes, revisada com base em milhões de aplicações. A01 (Broken Access Control) é o #1 — e é exatamente o IDOR do VidaPlus. Em 2025 houve reordenação: Misconfiguration subiu para A02 e Supply Chain entrou como A03. Quase toda vulnerabilidade plantada no projeto cai em uma dessas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cinco restantes. A06 (Insecure Design) cobre a falha de PROJETO — no VidaPlus, a sobrecoleta de dados (falta de minimização). A08 trata da integridade (laudo sem hash/assinatura). A09 é a ausência de trilha de auditoria — e o antipadrão de PII no log. A10 (Mishandling of Exceptional Conditions) é NOVA em 2025: o stack trace devolvido ao cliente. Assim, o VidaPlus tem representante em quase todas as 10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cada classe há um padrão de correção consagrado. Injection: nunca concatenar SQL — use parâmetros ('SELECT ... WHERE email = ?'). Access Control: valide no SERVIDOR que o recurso pertence ao usuário; nunca confie no cliente. Crypto: use primitivas modernas. Segredos: fora do código, em cofre/variável de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trabalhado do controle P0 mais importante do projeto. O legado confia no id vindo do cliente (IDOR). A correção é validar o OWNERSHIP no servidor antes de devolver o recurso; se não for do usuário, HTTP 403 — e a resposta não pode vazar metadados (nome do exame, tipo), senão vira enumeração. O RGS é o teste automatizado que prova o 403.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Além de corrigir falhas, alguns grupos criam módulos que a LGPD exige e não existem no legado. Consentimento: registro versionado e revogável. Portabilidade: exportar os dados do titular. Eliminação: anonimizar o prontuário (dever de guarda) e remover a credencial. Auditoria: trilha imutável encadeada por hash, sem PII no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remediação é PROVA DE CONCEITO: como a disciplina foca em processo, o grupo corrige poucos controles (1-2), mas ponta-a-ponta — do requisito à evidência. Para o restante das falhas do seu pacote, entrega um plano de remediação (o quê, como, esforço, prioridade), sem precisar codar. Trabalhe por Pull Request, com revisão por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6 — Implementação Segura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OWASP Top 10 e remediação (prova de conceito)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Coding · OWASP Top 10:2025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OWASP Top 10:2025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 classes de falha mais comuns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OWASP Top 10:2025 —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As 5 primeiras (e o que cai no VidaPlus)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Broken Access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IDOR, RBAC ausente — #1 há 4 edições (V-03/04/09)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Security Misconfiguration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CORS aberto, headers ausentes, defaults (V-12/13)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Software Supply Chain (NOVA)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dependências vulneráveis, proveniência (SCA)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Cryptographic Failures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MD5, TLS fraco, segredos no código (V-02/05/13)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Injection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SQLi, XSS, comando (V-01/10)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OWASP Top 10:2025 —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As 5 seguintes (e o que cai no VidaPlus)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Insecure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sem threat modeling; sobrecoleta de dados (V-14)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Authentication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sessão/JWT, rate limit, reset fraco (V-07/08)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Software/Data Integrity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laudo sem hash/assinatura; update inseguro (F-07)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Logging &amp; Alerting Failures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sem auditoria; PII em log (V-06/17)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Mishandling of Exceptional Conditions (NOVA)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stack trace/erro verboso ao cliente (V-11)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Controles por classe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Como corrigir de verdade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Correções essenciais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padrão vulnerável ao seguro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consultas parametrizadas (prepared statements); allowlist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ownership no servidor; deny by default; RBAC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Crypto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Argon2id; TLS 1.3; AES-256-GCM; nunca MD5/SHA-1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Segredos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cofre/variável de ambiente; secret scanning no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Exemplo: corrigir o IDOR (A01)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padrão do VidaPlus (F-02)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Antes (vulnerável): </a:t>
            </a:r>
            <a:r>
              <a:rPr sz="1800">
                <a:solidFill>
                  <a:srgbClr val="212121"/>
                </a:solidFill>
                <a:latin typeface="Open Sans"/>
              </a:rPr>
              <a:t>GET /api/exames/{id} devolve qualquer exame.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Ataque: </a:t>
            </a:r>
            <a:r>
              <a:rPr sz="1800">
                <a:solidFill>
                  <a:srgbClr val="212121"/>
                </a:solidFill>
                <a:latin typeface="Open Sans"/>
              </a:rPr>
              <a:t>paciente A troca o id e baixa o exame do paciente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Correção: </a:t>
            </a:r>
            <a:r>
              <a:rPr sz="1800">
                <a:solidFill>
                  <a:srgbClr val="212121"/>
                </a:solidFill>
                <a:latin typeface="Open Sans"/>
              </a:rPr>
              <a:t>if (exame.pacienteId != usuarioAtual.id) return 403;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Fail-secure: </a:t>
            </a:r>
            <a:r>
              <a:rPr sz="1800">
                <a:solidFill>
                  <a:srgbClr val="212121"/>
                </a:solidFill>
                <a:latin typeface="Open Sans"/>
              </a:rPr>
              <a:t>deny by default; 403 sem vazar metadados do exame.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Garantia (RGS): </a:t>
            </a:r>
            <a:r>
              <a:rPr sz="1800">
                <a:solidFill>
                  <a:srgbClr val="212121"/>
                </a:solidFill>
                <a:latin typeface="Open Sans"/>
              </a:rPr>
              <a:t>teste anti-IDOR no CI — falha bloqueia o merge.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Módulos LGPD a criar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Direitos do titular viram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Consentimento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específico, versionado, revogável (art. 8/9)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Portabilidade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exportar todos os dados do titular (art. 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Eliminação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excluir/anonimizar respeitando retenção (art. 18)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trilha append-only, sem PII, hash-chain (art. 37/46)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das próximas semanas (Fase 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Prova de conceito (PR) + plano de remediação (dossiê §6)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 (PoC): </a:t>
            </a:r>
            <a:r>
              <a:rPr sz="1800">
                <a:solidFill>
                  <a:srgbClr val="212121"/>
                </a:solidFill>
                <a:latin typeface="Open Sans"/>
              </a:rPr>
              <a:t>1-2 controles corrigidos ponta-a-ponta (≥1 P0) num Pull Request.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Teste: </a:t>
            </a:r>
            <a:r>
              <a:rPr sz="1800">
                <a:solidFill>
                  <a:srgbClr val="212121"/>
                </a:solidFill>
                <a:latin typeface="Open Sans"/>
              </a:rPr>
              <a:t>cada correção acompanha o teste que a prova.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Gate: </a:t>
            </a:r>
            <a:r>
              <a:rPr sz="1800">
                <a:solidFill>
                  <a:srgbClr val="212121"/>
                </a:solidFill>
                <a:latin typeface="Open Sans"/>
              </a:rPr>
              <a:t>a classe corrigida passa de vermelho a verde no CI.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Plano: </a:t>
            </a:r>
            <a:r>
              <a:rPr sz="1800">
                <a:solidFill>
                  <a:srgbClr val="212121"/>
                </a:solidFill>
                <a:latin typeface="Open Sans"/>
              </a:rPr>
              <a:t>para o resto do pacote, plano de remediação (o quê/como/esforço) — §6.2.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PR revisado e mergeado + teste verde + plano do restante.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