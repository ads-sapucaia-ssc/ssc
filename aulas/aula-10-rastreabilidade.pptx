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10. Fechamos o ciclo: a matriz de rastreabilidade prova que cada controle existe por uma razão e foi testado; as métricas tornam a segurança mensurável. Entregável: matriz completa + métricas + defesa (Fase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matriz garante que cada requisito foi implementado E testado, e que cada controle existe por uma razão. É bidirecional: do requisito ao teste (o controle foi verificado?) e do código ao requisito (por que este controle existe?). Uma linha sem teste = requisito NÃO verificado — é onde mora o risco residual.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o requisito a catálogos reconhecidos facilita demonstrar conformidade a auditores. O fio completo estendido: REQ -&gt; ameaça (STRIDE/LINDDUN) -&gt; LGPD/ASVS -&gt; NIST 800-53 -&gt; ISO 27001. Ex.: REQ-AUTH-03 -&gt; Spoofing -&gt; LGPD art.46/ASVS V2 -&gt; ISO A.5.17. Basta acrescentar colunas de origem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transformam segurança de 'a gente é seguro' (sem evidência) em algo objetivo. As de cobertura mostram lacunas: se 100% das ameaças têm controle mas só 50% dos requisitos têm teste, sei onde investir. O 'placar de gates verdes' é a métrica-mestra do progresso do grupo ao longo do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Fechamento: os erros mais comuns e como evitá-los. O pior antipadrão é o requisito vago ('ser seguro') que ninguém consegue testar; o segundo é 'segurança no fim'. As boas práticas são o oposto — e são exatamente o que a rubrica da disciplina premia (e penaliza os antipadrões).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fechamento do projeto: matriz completa, métricas calculadas e a defesa. Na defesa, o grupo escolhe UM ativo e percorre o fio completo ao vivo — do dado sensível à evidência do teste — mostrando que domina o ciclo de engenharia de segurança e privacidade. É a síntese de tudo: requisito bem-feito = ativo + ameaça + atributo + critério verificável +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10 — 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Matriz, métricas e fechamento do ciclo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Traceability · Metrics · V&amp;V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Ligar requisito -&gt; ameaça -&gt; teste -&gt; evidência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Matriz de rastreabilidade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Bidirecional — linha sem teste = não verificado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REQ-AC-01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Validar ownership no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ASVS V4 · TC-IDOR-01 ·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REQ-CR-02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Cifrar PII em repouso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LGPD art. 46 · TC-CRYPTO · 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REQ-LOG-03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 assinado de autenticação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PCI-DSS 10 · TC-LOG · em curso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Mapa a frameworks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ganha força quando mapeado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OWASP 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catálogo verificável (L1/L2/L3)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NIST 800-53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famílias de controle: AC, AU, IA, 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ISO 27001:2022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Anexo A · 93 controles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NIST SSDF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liga os requisitos ao ciclo (PO/PS/PW/RV)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Métricas e V&amp;V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ciclo fecha?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do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Tornar a segurança mensurável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% ameaças com controle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threat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requisitos com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de verificação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% ameaças de privacidade mitigadas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LINDDUN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Gates verdes /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placar objetivo do semestre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Anti-padrões ×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os requisitos costumam falhar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Armadilhas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 vago, não testável.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só no fim (sem shift left).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Solução sem o porquê.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dono e sem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Boas práticas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Requisitos SMART e testáveis.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Elicitar cedo (custo 500× menor).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Vincular requisito -&gt; ameaça -&gt; teste.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Rastreabilidade viva; cobrir CIA+AAN.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Fechamento (Fase 8 + defesa)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Matriz + métricas + defesa (dossiê §10-11)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Matriz: </a:t>
            </a:r>
            <a:r>
              <a:rPr sz="1800">
                <a:solidFill>
                  <a:srgbClr val="212121"/>
                </a:solidFill>
                <a:latin typeface="Open Sans"/>
              </a:rPr>
              <a:t>ativo -&gt; ameaça -&gt; requisito -&gt; controle -&gt; teste -&gt; evidência (§10.1).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Métricas: </a:t>
            </a:r>
            <a:r>
              <a:rPr sz="1800">
                <a:solidFill>
                  <a:srgbClr val="212121"/>
                </a:solidFill>
                <a:latin typeface="Open Sans"/>
              </a:rPr>
              <a:t>coberturas calculadas + risco residual (§10.2).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Defesa: </a:t>
            </a:r>
            <a:r>
              <a:rPr sz="1800">
                <a:solidFill>
                  <a:srgbClr val="212121"/>
                </a:solidFill>
                <a:latin typeface="Open Sans"/>
              </a:rPr>
              <a:t>feche o fio ao vivo partindo de UM ativo (§11).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Exemplo do fio: </a:t>
            </a:r>
            <a:r>
              <a:rPr sz="1800">
                <a:solidFill>
                  <a:srgbClr val="212121"/>
                </a:solidFill>
                <a:latin typeface="Open Sans"/>
              </a:rPr>
              <a:t>laudo -&gt; IDOR -&gt; REQ-AC-01 -&gt; 403 -&gt; evidência do CI.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linha da matriz tem status e a defesa percorre o fio.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