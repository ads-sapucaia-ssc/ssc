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33172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 i="0">
                <a:solidFill>
                  <a:srgbClr val="7CB342"/>
                </a:solidFill>
                <a:latin typeface="Open Sans"/>
              </a:rPr>
              <a:t>Aula 7 — Verificação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D7A3D"/>
                </a:solidFill>
                <a:latin typeface="Open Sans"/>
              </a:rPr>
              <a:t>SAST, DAST, SCA e testes de segurança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0624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616161"/>
                </a:solidFill>
                <a:latin typeface="Open Sans"/>
              </a:rPr>
              <a:t>Security Testing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4648" y="480060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616161"/>
                </a:solidFill>
                <a:latin typeface="Open Sans"/>
              </a:rPr>
              <a:t>TADS · Segurança em Sistemas Computacionais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Prof. Dr. Alex Mulattieri Suarez Orozco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Tipos de teste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Cada um vê uma parte diferente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Tipos de teste de segurança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Use combinados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43100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43100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SAST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lê o código sem executar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8172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8172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DAST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ataca a app rodando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21624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53244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53244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04504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IAST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50224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instrumenta durante os testes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943100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43100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SCA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dependências e CVEs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16552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948172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8172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9432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Fuzzing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45152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entradas inesperadas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21624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953244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53244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04504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Pentest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0224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especialista humano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Onde cada teste entra no CI/CD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Sequência típica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08760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09928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Pre-commit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70992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Linter · secret scan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72821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segundos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13432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2404872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1460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Commit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51460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SAST · secret scan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segundos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118103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3209544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Build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31927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SCA · license scan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37559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segundos a min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922775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4014215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123943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Test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4123943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IAST · integração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42231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minutos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4727448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2920" y="4818888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928616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Pre-deploy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928616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DAST · IaC scan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946904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minutos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1480" y="5532119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02920" y="5623559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5733287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Produção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97480" y="5733287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RASP · WAF · monitor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5751575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contínuo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Requisito como teste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Verificação e validação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Verificação × Validação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Construímos certo? × Construímos a coisa certa?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54480"/>
            <a:ext cx="5486400" cy="640080"/>
          </a:xfrm>
          <a:prstGeom prst="roundRect">
            <a:avLst/>
          </a:prstGeom>
          <a:solidFill>
            <a:srgbClr val="424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664208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Verificação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240280"/>
            <a:ext cx="5486400" cy="41605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4231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Atende ao requisito especificado?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Testes do ASVS / casos de aceite.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SAST, DAST, SCA, pentest.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Conferir a rastreabilidade.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486400" cy="640080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664208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Validação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240280"/>
            <a:ext cx="5486400" cy="41605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4231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Resolve o risco real?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Cobre a ameaça que o motivou?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Há lacuna (ameaça sem requisito)?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Risco residual aceitável?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No VidaPlus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A etapa desta semana (Fase 5)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Entregável da Fase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Testes + evidências no CI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Teste do controle: </a:t>
            </a:r>
            <a:r>
              <a:rPr sz="1800">
                <a:solidFill>
                  <a:srgbClr val="212121"/>
                </a:solidFill>
                <a:latin typeface="Open Sans"/>
              </a:rPr>
              <a:t>ex.: A pede exame de B -&gt; HTTP 403, nada vazado.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Scanners: </a:t>
            </a:r>
            <a:r>
              <a:rPr sz="1800">
                <a:solidFill>
                  <a:srgbClr val="212121"/>
                </a:solidFill>
                <a:latin typeface="Open Sans"/>
              </a:rPr>
              <a:t>leia os relatórios de SAST/DAST/SCA do pipeline.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Gate bloqueante: </a:t>
            </a:r>
            <a:r>
              <a:rPr sz="1800">
                <a:solidFill>
                  <a:srgbClr val="212121"/>
                </a:solidFill>
                <a:latin typeface="Open Sans"/>
              </a:rPr>
              <a:t>torne bloqueante o gate da classe corrigida.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Evidência real: </a:t>
            </a:r>
            <a:r>
              <a:rPr sz="1800">
                <a:solidFill>
                  <a:srgbClr val="212121"/>
                </a:solidFill>
                <a:latin typeface="Open Sans"/>
              </a:rPr>
              <a:t>log do CI, print, relatório — anexe.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Regra de ouro: </a:t>
            </a:r>
            <a:r>
              <a:rPr sz="1800">
                <a:solidFill>
                  <a:srgbClr val="212121"/>
                </a:solidFill>
                <a:latin typeface="Open Sans"/>
              </a:rPr>
              <a:t>requisito só está pronto com teste E evidência.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32" y="548640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194560"/>
            <a:ext cx="11247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800" b="1" i="0">
                <a:solidFill>
                  <a:srgbClr val="7CB342"/>
                </a:solidFill>
                <a:latin typeface="Open Sans"/>
              </a:rPr>
              <a:t>Perguntas?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184648" y="3977639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Prof. Dr. Alex Mulattieri Suarez Orozco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00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CCD7C0"/>
                </a:solidFill>
                <a:latin typeface="Open Sans"/>
              </a:rPr>
              <a:t>alexorozco@ifsul.edu.br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CCD7C0"/>
                </a:solidFill>
                <a:latin typeface="Open Sans"/>
              </a:rPr>
              <a:t>IFSul · Câmpus Sapucaia do Sul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