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7. Corrigir não basta: é preciso PROVAR que a correção funciona e não regride. Vemos os tipos de teste de segurança e onde cada um entra no CI/CD. Entregável: testes que exercitam os controles + evidências no pipeline (Fase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teste enxerga uma fatia. SAST lê o código-fonte (bom para SQLi, hardcoded secret); DAST ataca a app viva (bom para headers, config, path traversal); SCA cuida das dependências; pentest traz a visão humana do atacante. IDOR e RBAC são falhas LÓGICAS — não aparecem em scanner genérico; precisam de teste de segurança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testes se distribuem ao longo do pipeline (shift-left à esquerda, shift-right à direita). Rápidos e baratos cedo (linter, SAST, secret scan a cada commit); caros e profundos depois (DAST no pre-deploy, pentest 1-2x por ano). No VidaPlus, o pipeline já traz SAST, SCA, DAST (ZAP) e um gate de testes de segurança com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Verificação pergunta 'construímos o produto certo?' (atende à especificação). Validação pergunta 'construímos a coisa certa?' (resolve o risco real; há ameaça sem requisito?). As duas são necessárias: um controle pode passar no teste (verificado) e ainda assim deixar uma ameaça descoberta (falha de validação).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teste só prova algo se FALHA quando a proteção some ('quebrar para ver vermelho'). Este cenário BDD é o teste de aceite do IDOR: no legado ele falha (o app devolve 200); após a correção, passa (403). É a evidência que sustenta a linha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Escreva o teste que exercita o controle da sua PoC e ligue os scanners ao CI como evidência. Quando a correção estiver sólida, torne o gate BLOQUEANTE (remova o continue-on-error) — a partir daí, qualquer regressão barra o merge. Uma linha da matriz sem teste = requisito NÃO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7 — Verificação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SAST, DAST, SCA e testes de segurança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Tipos de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um vê uma parte diferente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Tipos de teste de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Use combinados — nenhum sozinho basta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lê o código sem executar (Semgrep, CodeQL)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ataca a aplicação rodando (OWASP ZAP)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instrumenta a app durante os testes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analisa dependências e busca CVEs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Fuzzing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bombardeia com entradas inesperadas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Pentest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especialista humano simula o ataque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Onde cada teste entra no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Sequência típica em pipeline maduro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Linter · secret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SAST · secret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SCA · license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 a minutos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IAST · testes de integração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DAST · IaC 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Produção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RASP · WAF · monitoração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contínuo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Requisito como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Verificação e validação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Verificação ×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Construímos certo? × Construímos a coisa certa?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Verificação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Atende ao requisito especificado?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Testes do ASVS / casos de aceite.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SAST, DAST, SCA, pentest.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Conferir a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Validação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Resolve o risco real do negócio?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Cobre a ameaça que o motivou?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Há lacuna (ameaça sem requisito)?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O risco residual é aceitável?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teste anti-IDOR (BDD)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vira teste executável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Cenário: </a:t>
            </a:r>
            <a:r>
              <a:rPr sz="1800">
                <a:solidFill>
                  <a:srgbClr val="212121"/>
                </a:solidFill>
                <a:latin typeface="Open Sans"/>
              </a:rPr>
              <a:t>A autenticado tenta o exame de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logado; existe o exame 222,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Quando: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/api/exames/222 com o token de 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Então: </a:t>
            </a:r>
            <a:r>
              <a:rPr sz="1800">
                <a:solidFill>
                  <a:srgbClr val="212121"/>
                </a:solidFill>
                <a:latin typeface="Open Sans"/>
              </a:rPr>
              <a:t>HTTP 403 e nenhum metadado de B na resposta.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Prova negativa: </a:t>
            </a:r>
            <a:r>
              <a:rPr sz="1800">
                <a:solidFill>
                  <a:srgbClr val="212121"/>
                </a:solidFill>
                <a:latin typeface="Open Sans"/>
              </a:rPr>
              <a:t>se a proteção some, o teste fica vermelho e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Testes + evidências no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Teste do controle: </a:t>
            </a:r>
            <a:r>
              <a:rPr sz="1800">
                <a:solidFill>
                  <a:srgbClr val="212121"/>
                </a:solidFill>
                <a:latin typeface="Open Sans"/>
              </a:rPr>
              <a:t>ex.: A pede exame de B -&gt; HTTP 403, nada vazado.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Scanners: </a:t>
            </a:r>
            <a:r>
              <a:rPr sz="1800">
                <a:solidFill>
                  <a:srgbClr val="212121"/>
                </a:solidFill>
                <a:latin typeface="Open Sans"/>
              </a:rPr>
              <a:t>leia e interprete os relatórios de SAST/DAST/SCA do pipeline.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 bloqueante: </a:t>
            </a:r>
            <a:r>
              <a:rPr sz="1800">
                <a:solidFill>
                  <a:srgbClr val="212121"/>
                </a:solidFill>
                <a:latin typeface="Open Sans"/>
              </a:rPr>
              <a:t>torne bloqueante o gate da classe corrigida.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Evidência real: </a:t>
            </a:r>
            <a:r>
              <a:rPr sz="1800">
                <a:solidFill>
                  <a:srgbClr val="212121"/>
                </a:solidFill>
                <a:latin typeface="Open Sans"/>
              </a:rPr>
              <a:t>log do CI, print, relatório — anexe ao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 de ouro: </a:t>
            </a:r>
            <a:r>
              <a:rPr sz="1800">
                <a:solidFill>
                  <a:srgbClr val="212121"/>
                </a:solidFill>
                <a:latin typeface="Open Sans"/>
              </a:rPr>
              <a:t>requisito só está pronto com teste E evidência.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