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Aula 8. Transformamos segurança em processo automatizado e repetível (DevSecOps) e aprendemos a proteger a cadeia de suprimentos de software. Entregável: pipeline como gerador de evidência + SBOM (Fase 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'Security is everyone's job, but it's still someone's specialty.' DevSecOps é cultura: devs aprendem segurança, o time de segurança provê ferramentas, e o pipeline oferece guardrails (ajuda a fazer certo) em vez de só gates que bloqueiam. Post-mortem sem culpados gera aprendizado, não medo.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Ataques a supply chain cresceram +742%. Defesas: SBOM (a 'lista de ingredientes' do software, legível por máquina); SLSA (níveis de garantia da proveniência do build — meta acadêmica: L2, build com proveniência assinada); Sigstore/cosign (assinar artefatos por identidade OIDC, sem gerenciar chaves de longa duração). O próprio pipeline é alvo de alto valor — trate-o como sistema crítico.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Vulnerability management moderno não usa só CVSS: um CVSS 10 com EPSS baixo e fora do KEV é importante, mas não urgente; um CVSS 7 no KEV é urgente (está sendo explorado AGORA). Combine CVSS × EPSS × KEV para priorizar. O VEX documenta quando sua aplicação não é afetada por uma CVE, evitando trabalho desnecessário.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entrega segura vem PRÉ-FIADA: o aluno não configura ferramenta. Na main, o pipeline faz build once -&gt; publica no GHCR -&gt; assina (cosign keyless) -&gt; atesta o SBOM (SLSA L2) -&gt; sobe staging (smoke/DAST) -&gt; e no deploy-prod VERIFICA a assinatura/atestação (recusa imagem não assinada) e exige APROVAÇÃO manual. O trabalho do grupo é tornar os gates das PoCs bloqueantes e EXPLICAR o fluxo + a evidência (imagem assinada em Packages, verify passando, a pausa de aprovação). Assinar só vale porque alguém verifica.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317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 i="0">
                <a:solidFill>
                  <a:srgbClr val="7CB342"/>
                </a:solidFill>
                <a:latin typeface="Open Sans"/>
              </a:rPr>
              <a:t>Aula 8 — DevSecOps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7A3D"/>
                </a:solidFill>
                <a:latin typeface="Open Sans"/>
              </a:rPr>
              <a:t>Pipeline seguro e supply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616161"/>
                </a:solidFill>
                <a:latin typeface="Open Sans"/>
              </a:rPr>
              <a:t>DevSecOps · Supply Chain Security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480060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16161"/>
                </a:solidFill>
                <a:latin typeface="Open Sans"/>
              </a:rPr>
              <a:t>TADS · Segurança de Sistemas Computacionais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Prof. Dr. Alex Mulattieri Suarez Orozco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DevSecOps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Cultura, não só ferramenta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DevSecOps na prática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Segurança como propriedade do time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Security Champions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1 dev por squad com treino extra, como elo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Threat modeling ritual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sessão leve a cada feature relevante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Guardrails &gt; gates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o pipeline ajuda a fazer certo, não só bloqueia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Blameless post-mortem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pós-incidente foca no sistema, não na pessoa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Supply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Assinar é o novo HTTPS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Garantia da cadeia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Do inventário à assinatura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SBOM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inventário de todos os componentes (CycloneDX/SPDX)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SLSA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níveis de proveniência do artefato (L0 -&gt; L3)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Sigstore/cosign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assinar por identidade (OIDC), sem gerir chaves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Pipeline hardening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runners efêmeros, OIDC, branch protection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Priorização de CVEs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Não basta o CVSS — precisa de contexto real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CVE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Common Vulnerabilities &amp; Exposures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id universal (ex.: Log4Shell)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CVSS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Common Vulnerability Scoring System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gravidade 0-10 por vetor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EPSS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Exploit Prediction Scoring System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prob. de exploração em 30 dias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922775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014215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23943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KEV (CISA)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123943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Known Exploited Vulnerabilities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42231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já explorada -&gt; patch obrigatório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727448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4818888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928616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VEX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92861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Vulnerability Exploitability eXchange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94690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'tenho a CVE, mas não é explorável aqui'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No VidaPlus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etapa desta semana (Fase 6)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Entregável da Fase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Pipeline como evidência (entrega já pré-fiada) — dossiê §8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Já pronto no pipeline: </a:t>
            </a:r>
            <a:r>
              <a:rPr sz="1800">
                <a:solidFill>
                  <a:srgbClr val="212121"/>
                </a:solidFill>
                <a:latin typeface="Open Sans"/>
              </a:rPr>
              <a:t>release-sign (assina + atesta SBOM) -&gt; staging -&gt; prod.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Prod só passa: </a:t>
            </a:r>
            <a:r>
              <a:rPr sz="1800">
                <a:solidFill>
                  <a:srgbClr val="212121"/>
                </a:solidFill>
                <a:latin typeface="Open Sans"/>
              </a:rPr>
              <a:t>com assinatura verificada + aprovação manual (admission gate).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Você NÃO configura: </a:t>
            </a:r>
            <a:r>
              <a:rPr sz="1800">
                <a:solidFill>
                  <a:srgbClr val="212121"/>
                </a:solidFill>
                <a:latin typeface="Open Sans"/>
              </a:rPr>
              <a:t>ferramentas usam OIDC + token; sem segredos.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Você faz: </a:t>
            </a:r>
            <a:r>
              <a:rPr sz="1800">
                <a:solidFill>
                  <a:srgbClr val="212121"/>
                </a:solidFill>
                <a:latin typeface="Open Sans"/>
              </a:rPr>
              <a:t>torna gates bloqueantes + explica o fluxo e a evidência no dossiê.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Setup único: </a:t>
            </a:r>
            <a:r>
              <a:rPr sz="1800">
                <a:solidFill>
                  <a:srgbClr val="212121"/>
                </a:solidFill>
                <a:latin typeface="Open Sans"/>
              </a:rPr>
              <a:t>criar o environment 'production' com revisor (docs/09 §5.3).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548640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800" b="1" i="0">
                <a:solidFill>
                  <a:srgbClr val="7CB342"/>
                </a:solidFill>
                <a:latin typeface="Open Sans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3977639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Prof. Dr. Alex Mulattieri Suarez Orozco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CCD7C0"/>
                </a:solidFill>
                <a:latin typeface="Open Sans"/>
              </a:rPr>
              <a:t>alexorozco@ifsul.edu.br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CD7C0"/>
                </a:solidFill>
                <a:latin typeface="Open Sans"/>
              </a:rPr>
              <a:t>IFSul · Câmpus Sapucaia do Sul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