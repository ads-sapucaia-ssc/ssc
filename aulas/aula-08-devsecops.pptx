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leve, por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ajudar a fazer certo, não só bloquear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foco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L0-&gt;L3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assinatura por identidade (OIDC)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0–10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probabilidade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explorado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Placar de gates: </a:t>
            </a:r>
            <a:r>
              <a:rPr sz="1800">
                <a:solidFill>
                  <a:srgbClr val="212121"/>
                </a:solidFill>
                <a:latin typeface="Open Sans"/>
              </a:rPr>
              <a:t>documente a evolução vermelho -&gt;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SBOM: </a:t>
            </a:r>
            <a:r>
              <a:rPr sz="1800">
                <a:solidFill>
                  <a:srgbClr val="212121"/>
                </a:solidFill>
                <a:latin typeface="Open Sans"/>
              </a:rPr>
              <a:t>gerado no CI (CycloneDX).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Sem segredos: </a:t>
            </a:r>
            <a:r>
              <a:rPr sz="1800">
                <a:solidFill>
                  <a:srgbClr val="212121"/>
                </a:solidFill>
                <a:latin typeface="Open Sans"/>
              </a:rPr>
              <a:t>o secret scanning deve ficar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Bônus: </a:t>
            </a:r>
            <a:r>
              <a:rPr sz="1800">
                <a:solidFill>
                  <a:srgbClr val="212121"/>
                </a:solidFill>
                <a:latin typeface="Open Sans"/>
              </a:rPr>
              <a:t>assinar a imagem com cosign (SLSA L2).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Lembre: </a:t>
            </a:r>
            <a:r>
              <a:rPr sz="1800">
                <a:solidFill>
                  <a:srgbClr val="212121"/>
                </a:solidFill>
                <a:latin typeface="Open Sans"/>
              </a:rPr>
              <a:t>o pipeline é evidência e feedback — não é a nota.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