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8. Transformamos segurança em processo automatizado e repetível (DevSecOps) e aprendemos a proteger a cadeia de suprimentos de software. Entregável: pipeline como gerador de evidência + SBOM (Fase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'Security is everyone's job, but it's still someone's specialty.' DevSecOps é cultura: devs aprendem segurança, o time de segurança provê ferramentas, e o pipeline oferece guardrails (ajuda a fazer certo) em vez de só gates que bloqueiam. Post-mortem sem culpados gera aprendizado, não medo.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Ataques a supply chain cresceram +742%. Defesas: SBOM (a 'lista de ingredientes' do software, legível por máquina); SLSA (níveis de garantia da proveniência do build — meta acadêmica: L2, build com proveniência assinada); Sigstore/cosign (assinar artefatos por identidade OIDC, sem gerenciar chaves de longa duração). O próprio pipeline é alvo de alto valor — trate-o como sistema crítico.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Vulnerability management moderno não usa só CVSS: um CVSS 10 com EPSS baixo e fora do KEV é importante, mas não urgente; um CVSS 7 no KEV é urgente (está sendo explorado AGORA). Combine CVSS × EPSS × KEV para priorizar. O VEX documenta quando sua aplicação não é afetada por uma CVE, evitando trabalho desnecessário.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pipeline do VidaPlus já sobe com os gates. Nesta fase o grupo o consolida como gerador de EVIDÊNCIA (não como a nota — a nota vem do dossiê e da defesa). Documente quais gates ficaram verdes e tornou bloqueantes, gere o SBOM, assine a imagem com cosign E ateste o SBOM da imagem (cosign attest) — proveniência SLSA L2, obrigatória. Nem todos os gates precisam ficar verdes — só os das PoCs; os demais sustentam o plano.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8 — 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Pipeline seguro e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DevSecOps · Supply Chain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Cultura, não só ferramenta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DevSecOps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Segurança como propriedade do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Security Champions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1 dev por squad com treino extra, como elo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Threat modeling ritual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sessão leve a cada feature relevante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Guardrails &gt;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pipeline ajuda a fazer certo, não só bloqueia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Blameless post-mortem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pós-incidente foca no sistema, não na pessoa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Assinar é o novo HTTPS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Garantia da cadeia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inventário à assinatura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SBOM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inventário de todos os componentes (CycloneDX/SPDX)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SLSA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níveis de proveniência do artefato (L0 -&gt; L3)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Sigstore/cosign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assinar por identidade (OIDC), sem gerir chaves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Pipeline hardening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runners efêmeros, OIDC, branch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Priorização de CVEs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basta o CVSS — precisa de contexto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Vulnerabilities &amp; Exposures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 universal (ex.: Log4Shell)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Vulnerability Scoring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gravidade 0-10 por vetor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EPSS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Exploit Prediction Scoring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prob. de exploração em 30 dias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KEV (CISA)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Known Exploited Vulnerabilities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já explorada -&gt; patch obrigatório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VEX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Vulnerability Exploitability eXchange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'tenho a CVE, mas não é explorável aqui'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Pipeline como evidência + assinatura (dossiê §8)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placar de gates documentado (vermelho -&gt; verde do seu pacote).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SBOM: </a:t>
            </a:r>
            <a:r>
              <a:rPr sz="1800">
                <a:solidFill>
                  <a:srgbClr val="212121"/>
                </a:solidFill>
                <a:latin typeface="Open Sans"/>
              </a:rPr>
              <a:t>gerado no CI (CycloneDX) e anexado.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Sem segredos: </a:t>
            </a:r>
            <a:r>
              <a:rPr sz="1800">
                <a:solidFill>
                  <a:srgbClr val="212121"/>
                </a:solidFill>
                <a:latin typeface="Open Sans"/>
              </a:rPr>
              <a:t>o gate de secret scanning deve ficar verde.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Obrigatório: </a:t>
            </a:r>
            <a:r>
              <a:rPr sz="1800">
                <a:solidFill>
                  <a:srgbClr val="212121"/>
                </a:solidFill>
                <a:latin typeface="Open Sans"/>
              </a:rPr>
              <a:t>assinar a imagem (cosign) + atestar o SBOM da imagem -&gt; SLSA L2.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gates das PoCs verdes + assinatura e atestação verificadas.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