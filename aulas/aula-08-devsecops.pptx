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Aula 8. Transformamos segurança em processo automatizado e repetível (DevSecOps) e aprendemos a proteger a cadeia de suprimentos de software. Entregável: pipeline como gerador de evidência + SBOM (Fase 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'Security is everyone's job, but it's still someone's specialty.' DevSecOps é cultura: devs aprendem segurança, o time de segurança provê ferramentas, e o pipeline oferece guardrails (ajuda a fazer certo) em vez de só gates que bloqueiam. Post-mortem sem culpados gera aprendizado, não medo.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Ataques a supply chain cresceram +742%. Defesas: SBOM (a 'lista de ingredientes' do software, legível por máquina); SLSA (níveis de garantia da proveniência do build — meta acadêmica: L2, build com proveniência assinada); Sigstore/cosign (assinar artefatos por identidade OIDC, sem gerenciar chaves de longa duração). O próprio pipeline é alvo de alto valor — trate-o como sistema crítico.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Vulnerability management moderno não usa só CVSS: um CVSS 10 com EPSS baixo e fora do KEV é importante, mas não urgente; um CVSS 7 no KEV é urgente (está sendo explorado AGORA). Combine CVSS × EPSS × KEV para priorizar. O VEX documenta quando sua aplicação não é afetada por uma CVE, evitando trabalho desnecessário.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pipeline do VidaPlus já sobe com os gates. Nesta fase o grupo o consolida como gerador de EVIDÊNCIA (não como a nota — a nota vem do dossiê e da defesa). Documente quais gates ficaram verdes e tornou bloqueantes, gere o SBOM e, como bônus, assine a imagem. Nem todos os gates precisam ficar verdes — só os das PoCs; os demais sustentam o plano de remediação.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90906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33172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7CB342"/>
                </a:solidFill>
                <a:latin typeface="Open Sans"/>
              </a:rPr>
              <a:t>Aula 8 — DevSecOps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D7A3D"/>
                </a:solidFill>
                <a:latin typeface="Open Sans"/>
              </a:rPr>
              <a:t>Pipeline seguro e 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616161"/>
                </a:solidFill>
                <a:latin typeface="Open Sans"/>
              </a:rPr>
              <a:t>DevSecOps · Supply Chain 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4648" y="480060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616161"/>
                </a:solidFill>
                <a:latin typeface="Open Sans"/>
              </a:rPr>
              <a:t>TADS · Segurança em Sistemas Computacionais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Prof. Dr. Alex Mulattieri Suarez Orozco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DevSecOps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Cultura, não só ferramenta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DevSecOps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Segurança como propriedade do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D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D7A3D"/>
                </a:solidFill>
                <a:latin typeface="Open Sans"/>
              </a:rPr>
              <a:t>Security Champions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1 dev por squad com treino extra, como elo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976D2"/>
                </a:solidFill>
                <a:latin typeface="Open Sans"/>
              </a:rPr>
              <a:t>Threat modeling ritual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sessão leve a cada feature relevante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7CB342"/>
                </a:solidFill>
                <a:latin typeface="Open Sans"/>
              </a:rPr>
              <a:t>Guardrails &gt; 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o pipeline ajuda a fazer certo, não só bloqueia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E65100"/>
                </a:solidFill>
                <a:latin typeface="Open Sans"/>
              </a:rPr>
              <a:t>Blameless post-mortem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pós-incidente foca no sistema, não na pessoa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Supply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Assinar é o novo HTTPS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Garantia da cadeia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Do inventário à assinatura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D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D7A3D"/>
                </a:solidFill>
                <a:latin typeface="Open Sans"/>
              </a:rPr>
              <a:t>SBOM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inventário de todos os componentes (CycloneDX/SPDX)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976D2"/>
                </a:solidFill>
                <a:latin typeface="Open Sans"/>
              </a:rPr>
              <a:t>SLSA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7744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níveis de proveniência do artefato (L0 -&gt; L3)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7CB342"/>
                </a:solidFill>
                <a:latin typeface="Open Sans"/>
              </a:rPr>
              <a:t>Sigstore/cosign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assinar por identidade (OIDC), sem gerir chaves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069080"/>
            <a:ext cx="5468112" cy="2423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3434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E65100"/>
                </a:solidFill>
                <a:latin typeface="Open Sans"/>
              </a:rPr>
              <a:t>Pipeline hardening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98348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12121"/>
                </a:solidFill>
                <a:latin typeface="Open Sans"/>
              </a:rPr>
              <a:t>runners efêmeros, OIDC, branch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Priorização de CVEs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Não basta o CVSS — precisa de contexto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09928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CVE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70992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Common Vulnerabilities &amp; Exposures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2821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id universal (ex.: Log4Shell)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313432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404872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CVSS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5146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Common Vulnerability Scoring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3288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gravidade 0-10 por vetor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118103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209544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19272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EPSS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31927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Exploit Prediction Scoring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37559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prob. de exploração em 30 dias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922775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4014215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23943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KEV (CISA)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123943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Known Exploited Vulnerabilities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42231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já explorada -&gt; patch obrigatório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727448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4818888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928616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VEX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92861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Vulnerability Exploitability eXchange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94690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'tenho a CVE, mas não é explorável aqui'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No VidaPlus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A etapa desta semana (Fase 6)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Entregável da Fase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Pipeline como evidência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84280" cy="50292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Placar de gates: </a:t>
            </a:r>
            <a:r>
              <a:rPr sz="1800">
                <a:solidFill>
                  <a:srgbClr val="212121"/>
                </a:solidFill>
                <a:latin typeface="Open Sans"/>
              </a:rPr>
              <a:t>documente a evolução vermelho -&gt; verde do seu pacote.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SBOM: </a:t>
            </a:r>
            <a:r>
              <a:rPr sz="1800">
                <a:solidFill>
                  <a:srgbClr val="212121"/>
                </a:solidFill>
                <a:latin typeface="Open Sans"/>
              </a:rPr>
              <a:t>gerado no CI (CycloneDX) e anexado.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Sem segredos: </a:t>
            </a:r>
            <a:r>
              <a:rPr sz="1800">
                <a:solidFill>
                  <a:srgbClr val="212121"/>
                </a:solidFill>
                <a:latin typeface="Open Sans"/>
              </a:rPr>
              <a:t>o gate de secret scanning deve ficar verde.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Bônus: </a:t>
            </a:r>
            <a:r>
              <a:rPr sz="1800">
                <a:solidFill>
                  <a:srgbClr val="212121"/>
                </a:solidFill>
                <a:latin typeface="Open Sans"/>
              </a:rPr>
              <a:t>assinar a imagem do backend com cosign (SLSA L2).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Lembre: </a:t>
            </a:r>
            <a:r>
              <a:rPr sz="1800">
                <a:solidFill>
                  <a:srgbClr val="212121"/>
                </a:solidFill>
                <a:latin typeface="Open Sans"/>
              </a:rPr>
              <a:t>o pipeline é evidência e feedback — não é a nota.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232" y="548640"/>
            <a:ext cx="390906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94560"/>
            <a:ext cx="11247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800" b="1" i="0">
                <a:solidFill>
                  <a:srgbClr val="7CB342"/>
                </a:solidFill>
                <a:latin typeface="Open Sans"/>
              </a:rPr>
              <a:t>Perguntas?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3977639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Prof. Dr. Alex Mulattieri Suarez Orozco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CCD7C0"/>
                </a:solidFill>
                <a:latin typeface="Open Sans"/>
              </a:rPr>
              <a:t>alexorozco@ifsul.edu.br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CD7C0"/>
                </a:solidFill>
                <a:latin typeface="Open Sans"/>
              </a:rPr>
              <a:t>IFSul · Câmpus Sapucaia do Sul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