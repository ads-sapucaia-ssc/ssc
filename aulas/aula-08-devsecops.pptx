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entrega segura vem PRÉ-FIADA: o aluno não configura ferramenta. Na main, o pipeline faz build once -&gt; publica no GHCR -&gt; assina (cosign keyless) -&gt; atesta o SBOM (SLSA L2) -&gt; sobe staging (smoke/DAST) -&gt; e no deploy-prod VERIFICA a assinatura/atestação (recusa imagem não assinada) e exige APROVAÇÃO manual. O trabalho do grupo é tornar os gates das PoCs bloqueantes e EXPLICAR o fluxo + a evidência (imagem assinada em Packages, verify passando, a pausa de aprovação). Assinar só vale porque alguém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(entrega já pré-fiada) — dossiê §8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Já pronto no pipeline: </a:t>
            </a:r>
            <a:r>
              <a:rPr sz="1800">
                <a:solidFill>
                  <a:srgbClr val="212121"/>
                </a:solidFill>
                <a:latin typeface="Open Sans"/>
              </a:rPr>
              <a:t>release-sign (assina + atesta SBOM) -&gt; staging -&gt; prod.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Prod só passa: </a:t>
            </a:r>
            <a:r>
              <a:rPr sz="1800">
                <a:solidFill>
                  <a:srgbClr val="212121"/>
                </a:solidFill>
                <a:latin typeface="Open Sans"/>
              </a:rPr>
              <a:t>com assinatura verificada + aprovação manual (admission gate).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NÃO configura: </a:t>
            </a:r>
            <a:r>
              <a:rPr sz="1800">
                <a:solidFill>
                  <a:srgbClr val="212121"/>
                </a:solidFill>
                <a:latin typeface="Open Sans"/>
              </a:rPr>
              <a:t>ferramentas usam OIDC + token; sem segredos.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faz: </a:t>
            </a:r>
            <a:r>
              <a:rPr sz="1800">
                <a:solidFill>
                  <a:srgbClr val="212121"/>
                </a:solidFill>
                <a:latin typeface="Open Sans"/>
              </a:rPr>
              <a:t>torna gates bloqueantes + explica o fluxo e a evidência no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Setup único: </a:t>
            </a:r>
            <a:r>
              <a:rPr sz="1800">
                <a:solidFill>
                  <a:srgbClr val="212121"/>
                </a:solidFill>
                <a:latin typeface="Open Sans"/>
              </a:rPr>
              <a:t>criar o environment 'production' com revisor (docs/08 §5.3).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