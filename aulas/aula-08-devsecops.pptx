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pipeline do VidaPlus já sobe com os gates. Nesta fase o grupo o consolida como gerador de EVIDÊNCIA (não como a nota — a nota vem do dossiê e da defesa). Documente quais gates ficaram verdes e tornou bloqueantes, gere o SBOM e assine a imagem com cosign (proveniência SLSA L2, obrigatória). Nem todos os gates precisam ficar verdes — só os das PoCs; os demais sustentam o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Placar de gates: </a:t>
            </a:r>
            <a:r>
              <a:rPr sz="1800">
                <a:solidFill>
                  <a:srgbClr val="212121"/>
                </a:solidFill>
                <a:latin typeface="Open Sans"/>
              </a:rPr>
              <a:t>documente a evolução vermelho -&gt; verde do seu pacote.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SBOM: </a:t>
            </a:r>
            <a:r>
              <a:rPr sz="1800">
                <a:solidFill>
                  <a:srgbClr val="212121"/>
                </a:solidFill>
                <a:latin typeface="Open Sans"/>
              </a:rPr>
              <a:t>gerado no CI (CycloneDX) e anexado.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Sem segredos: </a:t>
            </a:r>
            <a:r>
              <a:rPr sz="1800">
                <a:solidFill>
                  <a:srgbClr val="212121"/>
                </a:solidFill>
                <a:latin typeface="Open Sans"/>
              </a:rPr>
              <a:t>o gate de secret scanning deve ficar verde.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Obrigatório: </a:t>
            </a:r>
            <a:r>
              <a:rPr sz="1800">
                <a:solidFill>
                  <a:srgbClr val="212121"/>
                </a:solidFill>
                <a:latin typeface="Open Sans"/>
              </a:rPr>
              <a:t>assinar a imagem do backend com cosign (proveniência SLSA L2).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Lembre: </a:t>
            </a:r>
            <a:r>
              <a:rPr sz="1800">
                <a:solidFill>
                  <a:srgbClr val="212121"/>
                </a:solidFill>
                <a:latin typeface="Open Sans"/>
              </a:rPr>
              <a:t>o pipeline é evidência e feedback — não é a nota.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