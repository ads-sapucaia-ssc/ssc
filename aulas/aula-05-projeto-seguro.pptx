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5. Antes de codar, decidimos COMO os controles serão construídos: princípios de design seguro, priorização por risco e a Definition of Done. Entregável: catálogo consolidado (RFS+RGS) + priorização + DoD (Fase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Estes princípios atravessaram 50 anos e fundamentam Microsoft SDL, NIST SSDF e CSSLP. Os mais usados no dia a dia: fail-safe defaults (deny by default), complete mediation (verifique SEMPRE — não confie que 'já autenticou antes') e least privilege. No VidaPlus, o IDOR viola complete mediation; o banco com usuário root viola least privilege.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Falhas VÃO acontecer — a pergunta de design é: para qual estado o sistema recai? Em software de segurança (autenticação, acesso a dado), a resposta é Fail Secure: na dúvida, NEGUE. Fail Safe (na dúvida, preserve vidas) é para sistemas físicos. No VidaPlus, todo controle deve ser fail-secure: erro/timeout -&gt; acesso negado.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Recursos são finitos: prioriza-se pelo risco = probabilidade × impacto. CVSS pontua a gravidade; DREAD é qualitativo (cuidado com a subjetividade — documente os critérios); EPSS e KEV trazem o contexto REAL de exploração. Um requisito que mitiga risco crítico é P0 e bloqueia o release. Regra: item no KEV promove um nível de prioridade.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pelo menos duas representações por requisito P0: uma para ESPECIFICAR (shall/EARS) e uma para VERIFICAR (BDD/policy-as-code). O BDD é especialmente útil: transforma o requisito num teste executável no CI — requisito e teste viram a mesma coisa. Combine sempre: um diagrama para enxergar, uma frase para especificar, um teste para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DoD segura é a lista de itens que precisam estar verdes para uma funcionalidade ser considerada 'pronta': threat model atualizado, SAST/SCA sem críticos, testes de authn/authz passando, sem segredos no código, logging de eventos, requisitos ASVS verificados. É o que impede a segurança de 'cair' na pressa do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Nesta fase o grupo consolida tudo das aulas anteriores num catálogo priorizado e define a DoD do projeto. É a ponte entre 'saber o que fazer' e 'começar a corrigir' (Aula 6). Aqui também se escolhe qual(is) controle(s) serão a prova de conceito da Fase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5 — Projeto Seguro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Princípios, priorização por risco e DoD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Secure Design · Risk Prioritization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Princípios de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base atemporal de todo controle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Saltzer &amp; Schroeder (1975)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6 dos 8 princípios que fundamentam o design seguro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Fail-safe defaults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padrão é NEGAR; permissão é decisão explícita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Complete mediation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toda requisição é verificada; sem cache de autorização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Least privilege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cada identidade só com o mínimo necessário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Economy of mechanism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design simples e pequeno = menos bugs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Open design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segurança não depende de obscuridade (Kerckhoffs)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Separation of privilege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ações críticas exigem mais de uma condição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Fail Secure × Fail Safe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Para qual estado o sistema vai ao falhar?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Fail Secure — 'negar'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Autenticação.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Transação financeira.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Controle de acesso a dados.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Firewall com regra default-deny.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Fail Safe — 'preservar vidas'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Sistema de incêndio (a porta abre).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Equipamento médico.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Semáforo (vai a amarelo piscante).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Elevador (desce ao térreo).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Priorização por risco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Risco = probabilidade × impacto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Métodos de priorização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Traduzir risco em P0/P1/P2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pontua a vulnerabilidade de 0 a 10 por vetor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DREAD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Damage, Reproducibility, Exploitability, Affected, Discoverability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EPSS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probabilidade de ser explorada em 30 dias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B71C1C"/>
                </a:solidFill>
                <a:latin typeface="Open Sans"/>
              </a:rPr>
              <a:t>KEV (CISA)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já explorada no mundo real -&gt; sobe um nível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Representações de um requisito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 mesma exigência, várias formas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Declaração (shall): </a:t>
            </a:r>
            <a:r>
              <a:rPr sz="1800">
                <a:solidFill>
                  <a:srgbClr val="212121"/>
                </a:solidFill>
                <a:latin typeface="Open Sans"/>
              </a:rPr>
              <a:t>'O sistema deve cifrar dados de saúde com AES-256.'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EARS: </a:t>
            </a:r>
            <a:r>
              <a:rPr sz="1800">
                <a:solidFill>
                  <a:srgbClr val="212121"/>
                </a:solidFill>
                <a:latin typeface="Open Sans"/>
              </a:rPr>
              <a:t>'SE 5 falhas em 15 min, ENTÃO bloquear a conta.'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BDD/Gherkin: </a:t>
            </a:r>
            <a:r>
              <a:rPr sz="1800">
                <a:solidFill>
                  <a:srgbClr val="212121"/>
                </a:solidFill>
                <a:latin typeface="Open Sans"/>
              </a:rPr>
              <a:t>'Dado A autenticado, Quando GET /exames/{id_B}, Então 403.'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Item de catálogo: </a:t>
            </a:r>
            <a:r>
              <a:rPr sz="1800">
                <a:solidFill>
                  <a:srgbClr val="212121"/>
                </a:solidFill>
                <a:latin typeface="Open Sans"/>
              </a:rPr>
              <a:t>REQ-AUTH-07 ≡ OWASP ASVS V2.1.1.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Policy as code: </a:t>
            </a:r>
            <a:r>
              <a:rPr sz="1800">
                <a:solidFill>
                  <a:srgbClr val="212121"/>
                </a:solidFill>
                <a:latin typeface="Open Sans"/>
              </a:rPr>
              <a:t>deny[msg] { input.owner != input.user_id }.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Definition of Done segura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Onde o requisito vira portão de 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0" b="1" i="0">
                <a:solidFill>
                  <a:srgbClr val="7CB342"/>
                </a:solidFill>
                <a:latin typeface="Open Sans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2D7A3D"/>
                </a:solidFill>
                <a:latin typeface="Open Sans"/>
              </a:rPr>
              <a:t>Requisito + critério de aceite (BDD) + item na Definition of Done = segurança que não se 'esquece' no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16161"/>
                </a:solidFill>
                <a:latin typeface="Open Sans"/>
              </a:rPr>
              <a:t>Da especificação à verificação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53212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Catálogo consolidado + priorização + DoD (dossiê §5)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catálogo único de RFS + RGS, cada um marcado como tal.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Priorize: </a:t>
            </a:r>
            <a:r>
              <a:rPr sz="1800">
                <a:solidFill>
                  <a:srgbClr val="212121"/>
                </a:solidFill>
                <a:latin typeface="Open Sans"/>
              </a:rPr>
              <a:t>gravidade (CVSS/DREAD) × exploração real (EPSS/KEV) -&gt; P0, P1 ou P2.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Representações: </a:t>
            </a:r>
            <a:r>
              <a:rPr sz="1800">
                <a:solidFill>
                  <a:srgbClr val="212121"/>
                </a:solidFill>
                <a:latin typeface="Open Sans"/>
              </a:rPr>
              <a:t>≥2 por requisito P0 (shall/EARS/BDD/ASVS/policy-as-code).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Fail-secure + DoD: </a:t>
            </a:r>
            <a:r>
              <a:rPr sz="1800">
                <a:solidFill>
                  <a:srgbClr val="212121"/>
                </a:solidFill>
                <a:latin typeface="Open Sans"/>
              </a:rPr>
              <a:t>comportamento sob falha de cada controle + critérios de 'pronto'.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todo achado tem prioridade e a DoD está escrita.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