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 da disciplina. Objetivo: entender por que segurança precisa estar em todo o ciclo (SSDLC) e aprender a classificar os dados de um sistema. Ao final, o grupo faz o inventário e a classificação do VidaPlus (Fase 0 do projeto).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não é 'custo opcional': uma violação custa milhões e leva ~6 meses só para ser detectada. 60% das brechas exploram vulnerabilidades JÁ conhecidas — ou seja, corrigíveis. A mensagem: tratar segurança cedo é mais barato do que remediar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SDLC tradicional trata segurança como um teste no fim (pentest na véspera do release) — quando corrigir é caro e muitas vezes 'adia-se'. O SSDLC (Secure SDLC) embute segurança em requisitos, design, código, teste e operação. Corrigir um bug na fase de requisitos custa até 100x menos que em produção (curva do NIST/IBM).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tríade clássica é CIA (Confidentiality, Integrity, Availability). Sistemas modernos acrescentam Autenticidade, Autorização e Não-repúdio. Toda ameaça viola um desses atributos e todo requisito de segurança existe para preservar um deles — por isso o 1º passo de qualquer requisito é perguntar 'qual atributo preciso garantir aqui?'.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Classificar é um exercício de SEGURANÇA (por impacto), não de direito: pergunte 'que dano se este dado vazar/for alterado?'. Quanto maior o dano, maior o nível, e o nível calibra o rigor (e o custo) dos controles. No VidaPlus, laudo de exame é dado de saúde = o mais sensível = Crítico. A base legal (LGPD) que fundamenta isso vem na Aula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fluxo herda o nível do dado MAIS sensível que ele toca. Exemplo: a busca de pacientes é 'só um formulário', mas retorna CPF e vínculo com exames — logo é crítica. Isso evita o erro de proteger a tela de login com rigor e deixar a busca desprotegida.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 concreto: uma tabela de inventário + classificação. NÃO se exige LGPD ainda — só a intuição de sensibilidade. A coluna 'base legal' será preenchida na Fase 1, após a aula de LGPD. Suba o VidaPlus com 'docker compose up' e explore as telas para levantar os 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 — 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Kickoff do SSDLC e classificação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SDLC · Data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Por que SSDLC?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Segurança em cada fase — não no fim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custo do código inseguro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Quatro números que mudam a conversa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US$ 4,88M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custo médio de uma data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194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para identificar uma breach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+742%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ataques a supply chain em 4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Sonatype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das breaches exploram vulns conhecidas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Verizon DBIR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943600"/>
            <a:ext cx="11384280" cy="5486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53328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Software inseguro é risco financeiro, reputacional e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SDLC vs SSDLC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é uma fase a mais — é segurança em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SDLC tradicional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funcionalidades.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= atividade pontual.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Pentest no fim (se houver).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reativo (auditoria).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SSDLC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valor seguro.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transversal a todas as fases.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Threat model em cada feature.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'by design'.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Pilares da segurança da informação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requisito existe para preservar um destes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quem tem autorização acessa o dado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dado não é alterado indevidamente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sistema está disponível quando preciso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provar quem é quem (identidade verificável)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após autenticar, o que cada um pode fazer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poder negar a autoria de uma 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você protege depende do que protege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Nível de sensibilidade -&gt; requisitos típicos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CRÍTICO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Saúde, biometria, cartão, PII sensível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 forte + auditoria + acesso 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Financeiro pessoal, segredo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restrito, cifragem,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Documentos e planos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só por colaboradores autenticados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Site, marketing, blog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Integridade (anti-defacement)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Regra do nível mais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calibrar requisitos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O nível mais alto que um fluxo toca define os requisitos de todo o fluxo — um formulário público que também recebe CPF passa a ser tratado como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Engenharia de requisitos de segurança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grupo produz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Inventário: </a:t>
            </a:r>
            <a:r>
              <a:rPr sz="1800">
                <a:solidFill>
                  <a:srgbClr val="212121"/>
                </a:solidFill>
                <a:latin typeface="Open Sans"/>
              </a:rPr>
              <a:t>liste ativos, telas, endpoints e tabelas do VidaPlus.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Classificação: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dê a cada dado um nível por sensibilidade/impacto (Público-&gt;Crítico).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o nível mais alto que um fluxo toca define o fluxo.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Fluxos críticos: </a:t>
            </a:r>
            <a:r>
              <a:rPr sz="1800">
                <a:solidFill>
                  <a:srgbClr val="212121"/>
                </a:solidFill>
                <a:latin typeface="Open Sans"/>
              </a:rPr>
              <a:t>identifique os 3 principais — login, laudo, auditoria.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boundaries: </a:t>
            </a:r>
            <a:r>
              <a:rPr sz="1800">
                <a:solidFill>
                  <a:srgbClr val="212121"/>
                </a:solidFill>
                <a:latin typeface="Open Sans"/>
              </a:rPr>
              <a:t>marque onde o dado cruza zonas de confiança.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 (LGPD): </a:t>
            </a:r>
            <a:r>
              <a:rPr sz="1800">
                <a:solidFill>
                  <a:srgbClr val="212121"/>
                </a:solidFill>
                <a:latin typeface="Open Sans"/>
              </a:rPr>
              <a:t>só na Fase 1 — aqui, apenas marque o que é sensível.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