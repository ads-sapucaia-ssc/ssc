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1 — Contexto 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Kickoff do SSDLC e classificação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SDLC · Data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Por que SSDLC?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Segurança em cada fase — não no fim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custo do código inseguro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Quatro números que mudam a conversa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US$ 4,88M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custo médio de uma data breach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194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5146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para identificar uma breach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IBM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+742%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ataques a supply chain em 4 anos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Sonatype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703320"/>
            <a:ext cx="5468112" cy="2103120"/>
          </a:xfrm>
          <a:prstGeom prst="roundRect">
            <a:avLst/>
          </a:prstGeom>
          <a:solidFill>
            <a:srgbClr val="E8F0DB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88620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71C1C"/>
                </a:solidFill>
                <a:latin typeface="Open Sans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79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D7A3D"/>
                </a:solidFill>
                <a:latin typeface="Open Sans"/>
              </a:rPr>
              <a:t>das breaches exploram vulns conhecidas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66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616161"/>
                </a:solidFill>
                <a:latin typeface="Open Sans"/>
              </a:rPr>
              <a:t>Verizon DBIR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943600"/>
            <a:ext cx="11384280" cy="5486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053328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Open Sans"/>
              </a:rPr>
              <a:t>Software inseguro é risco financeiro, reputacional e legal.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SDLC vs SSDLC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é uma fase a mais — é segurança em cada fase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SDLC tradicional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funcionalidades.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= atividade pontual.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Pentest no fim (se houver).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reativo.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SSDLC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Foco: entregar valor seguro.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Segurança transversal a tudo.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Threat model em cada feature.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Compliance by design.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Pilares da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CIA + atributos estendidos (base de todo requisito)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autorizados acessam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Integrity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não alterados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Availability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disponível quando preciso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Authenticity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provar quem é quem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 que pode fazer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Non-repudiation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não negar autoria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você protege depende do que protege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Classificação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Nível -&gt; requisitos típicos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CRÍTICO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PII sensível, saúde, cartão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 forte + auditoria + acesso mínimo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Financeiro, segredo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restrito, cifragem, logging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INTERNO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Documentos e planos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 por colaboradores autenticados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PÚBLICO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Site,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Integridade (anti-defacement)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Regra do nível mais 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Como calibrar requisitos e custo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371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0" b="1" i="0">
                <a:solidFill>
                  <a:srgbClr val="7CB342"/>
                </a:solidFill>
                <a:latin typeface="Open Sans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194560"/>
            <a:ext cx="9601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1">
                <a:solidFill>
                  <a:srgbClr val="2D7A3D"/>
                </a:solidFill>
                <a:latin typeface="Open Sans"/>
              </a:rPr>
              <a:t>O nível mais alto que um fluxo toca define seus requisitos — dado público + CPF passa a ser tratado como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616161"/>
                </a:solidFill>
                <a:latin typeface="Open Sans"/>
              </a:rPr>
              <a:t>Engenharia de requisitos de segurança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553212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grupo produz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Inventário: </a:t>
            </a:r>
            <a:r>
              <a:rPr sz="1800">
                <a:solidFill>
                  <a:srgbClr val="212121"/>
                </a:solidFill>
                <a:latin typeface="Open Sans"/>
              </a:rPr>
              <a:t>ativos, telas, endpoints e tabelas do VidaPlus.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Classificação: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por sensibilidade/impacto (Público -&gt; Crítico).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Regra: </a:t>
            </a:r>
            <a:r>
              <a:rPr sz="1800">
                <a:solidFill>
                  <a:srgbClr val="212121"/>
                </a:solidFill>
                <a:latin typeface="Open Sans"/>
              </a:rPr>
              <a:t>o nível mais alto que um fluxo toca o define.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Fluxos críticos: </a:t>
            </a:r>
            <a:r>
              <a:rPr sz="1800">
                <a:solidFill>
                  <a:srgbClr val="212121"/>
                </a:solidFill>
                <a:latin typeface="Open Sans"/>
              </a:rPr>
              <a:t>login, laudo,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Trust boundaries: </a:t>
            </a:r>
            <a:r>
              <a:rPr sz="1800">
                <a:solidFill>
                  <a:srgbClr val="212121"/>
                </a:solidFill>
                <a:latin typeface="Open Sans"/>
              </a:rPr>
              <a:t>onde o dado cruza zonas de confiança.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 (LGPD): </a:t>
            </a:r>
            <a:r>
              <a:rPr sz="1800">
                <a:solidFill>
                  <a:srgbClr val="212121"/>
                </a:solidFill>
                <a:latin typeface="Open Sans"/>
              </a:rPr>
              <a:t>só na Fase 1 — aqui, apenas marque o que é sensível.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