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1 da disciplina. Objetivo: entender por que segurança precisa estar em todo o ciclo (SSDLC) e aprender a classificar os dados de um sistema. Ao final, o grupo faz o inventário e a classificação do VidaPlus (Fase 0 do projeto).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VidaPlus é um cenário de simulação (projeto real em escala acadêmica). A história: uma clínica cujo sistema funciona há anos mas nunca foi avaliado quanto a segurança e LGPD. Um quase-incidente (IDOR: paciente vê exame de outro) e a fiscalização da ANPD motivam a contratação da 'sua equipe' para adequá-lo. As falhas estão no código/design — não na versão da tecnologia, que é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prova única nem teoria solta: a disciplina é um SSDLC completo aplicado ao VidaPlus, com a teoria puxada pela demanda de cada fase (just-in-time). Você aprende o conceito no momento em que precisa aplicá-lo. A avaliação é contínua, por artefato entregue em cada fase, mais a defesa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foco da disciplina é o PROCESSO seguro (SSDLC + LGPD + privacidade), não desenvolvimento. Por isso a maior parte do trabalho é análise e privacidade; a correção de código é prova de conceito (1–2 controles ponta-a-ponta) para demonstrar que o grupo sabe fechar o fio ativo→ameaça→requisito→controle→teste→evidência. O restante vira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linha é uma etapa entregável do projeto, com a(s) semana(s) correspondente(s). O ritmo respeita a regra das 3h/aula (≈1/3 teoria, 2/3 prática). A Fase 2 (threat modeling + privacidade) tem duas semanas por ser o coração da disciplina; a Fase 4 (remediação) tem quatro. As semanas 15–16 são para as defesas e um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Panorama dos temas, na ordem em que aparecem. Cada bloco corresponde a uma ou mais aulas e a uma fase do projeto. Repare que segurança e privacidade caminham juntas: STRIDE (segurança) e LINDDUN (privacidade) usam o mesmo DFD; LGPD atravessa quase todas as fases. Guarde o mapa — voltaremos a ele a cada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não é 'custo opcional': uma violação custa milhões e leva ~6 meses só para ser detectada. 60% das brechas exploram vulnerabilidades JÁ conhecidas — ou seja, corrigíveis. A mensagem: tratar segurança cedo é mais barato do que remediar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SDLC tradicional trata segurança como um teste no fim (pentest na véspera do release) — quando corrigir é caro e muitas vezes 'adia-se'. O SSDLC (Secure SDLC) embute segurança em requisitos, design, código, teste e operação. Corrigir um bug na fase de requisitos custa até 100x menos que em produção (curva do NIST/IBM).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tríade clássica é CIA (Confidentiality, Integrity, Availability). Sistemas modernos acrescentam Autenticidade, Autorização e Não-repúdio. Toda ameaça viola um desses atributos e todo requisito de segurança existe para preservar um deles — por isso o 1º passo de qualquer requisito é perguntar 'qual atributo preciso garantir aqui?'.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Classificar é um exercício de SEGURANÇA (por impacto), não de direito: pergunte 'que dano se este dado vazar/for alterado?'. Quanto maior o dano, maior o nível, e o nível calibra o rigor (e o custo) dos controles. No VidaPlus, laudo de exame é dado de saúde = o mais sensível = Crítico. A base legal (LGPD) que fundamenta isso vem na Aula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fluxo herda o nível do dado MAIS sensível que ele toca. Exemplo: a busca de pacientes é 'só um formulário', mas retorna CPF e vínculo com exames — logo é crítica. Isso evita o erro de proteger a tela de login com rigor e deixar a busca desprotegida.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 concreto: uma tabela de inventário + classificação. NÃO se exige LGPD ainda — só a intuição de sensibilidade. A coluna 'base legal' será preenchida na Fase 1, após a aula de LGPD. Suba o VidaPlus com 'docker compose up' e explore as telas para levantar os 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Contexto, funcionamento e cronograma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 Clínica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cenário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sistema: </a:t>
            </a:r>
            <a:r>
              <a:rPr sz="1800">
                <a:solidFill>
                  <a:srgbClr val="212121"/>
                </a:solidFill>
                <a:latin typeface="Open Sans"/>
              </a:rPr>
              <a:t>portal web de uma clínica — paciente, médico, laboratório, admin.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problema: </a:t>
            </a:r>
            <a:r>
              <a:rPr sz="1800">
                <a:solidFill>
                  <a:srgbClr val="212121"/>
                </a:solidFill>
                <a:latin typeface="Open Sans"/>
              </a:rPr>
              <a:t>opera desde 2015 e nunca passou por revisão de segurança nem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gatilho: </a:t>
            </a:r>
            <a:r>
              <a:rPr sz="1800">
                <a:solidFill>
                  <a:srgbClr val="212121"/>
                </a:solidFill>
                <a:latin typeface="Open Sans"/>
              </a:rPr>
              <a:t>fiscalização da ANPD + um paciente viu o exame de outro trocando a URL.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missão: </a:t>
            </a:r>
            <a:r>
              <a:rPr sz="1800">
                <a:solidFill>
                  <a:srgbClr val="212121"/>
                </a:solidFill>
                <a:latin typeface="Open Sans"/>
              </a:rPr>
              <a:t>adequar o sistema à realidade atual — sem reescrever do zero.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Stack atual: </a:t>
            </a:r>
            <a:r>
              <a:rPr sz="1800">
                <a:solidFill>
                  <a:srgbClr val="212121"/>
                </a:solidFill>
                <a:latin typeface="Open Sans"/>
              </a:rPr>
              <a:t>React + Java 21/Spring Boot 3 + MySQL; o 'legado' é o descuido, não a tecnologia.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funciona 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projeto vivo o semestre inteiro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Projeto único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toda a teoria gira em torno do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Teoria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etapa puxa a aula que ela exige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Grupos de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cada grupo com um pacote de funcionalidades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Avaliação por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dossiê + defesa; o pipeline é evidência, não a nota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você vai produzir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Foco no processo, não em codar muito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Análise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requisitos · threat model (STRIDE+LINDDUN) · RIPD (Relatório de Impacto à Proteção de Dados)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Prova de conceito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corrigir 1–2 controles ponta-a-ponta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Plano de remediação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para o restante das falhas do pacote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Dossiê + defesa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rastreabilidade e fechamento do fio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Cronograma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16 semanas · uma fase por etapa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0 · Sem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Kickoff + inventário + classificação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1 · Sem 2–3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Requisitos de segurança + LGPD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2 · Sem 4–5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Threat modeling: STRIDE + LINDDUN + RIPD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3 · Sem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Projeto seguro + priorização + DoD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4 · Sem 7–10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Remediação (prova de conceito) + plano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5 · Sem 11–12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Verificação: SAST/DAST/SCA + testes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607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39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Fases 6–7 · Sem 13–14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39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DevSecOps + operação e incidentes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98348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473952" y="515721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5239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510235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Fase 8 · Sem 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48640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Rastreabilidade + métricas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621792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309359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Semana 16: defesas — fechar o fio completo ao vivo.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Assuntos abordados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veremos ao longo do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SSDLC &amp; fundamentos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shift-left · CIA+AAN · princípios de 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Requisitos &amp; LGPD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RFS/RGS · 4 fontes · ASVS · base legal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Threat modeling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DFD · STRIDE · árvore de ataque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Privacidade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Privacy by Design · LINDDUN · PETs · RIPD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Implementação segura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OWASP Top 10 · secure coding · cripto · segredos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Verificação &amp; DevSecOps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SAST/DAST/SCA · CI/CD · SBOM · auditoria · métricas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 (auditoria).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todas as fases.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'by design'.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 da informação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requisito existe para preservar um destes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quem tem autorização acessa o dado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dado não é alterado indevidamente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sistema está 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 (identidade verificável)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após autenticar, o que cada um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poder negar a autoria de uma 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de sensibilidade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Saúde, biometria, cartão, PII sensível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 pessoal,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só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marketing, blog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os requisitos de todo o fluxo — um formulário público que também recebe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Uma tabela de inventário + classificação (dossiê §1)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tabela com ativo / tela / endpoint / tabela + nível de sensibilidade (Público-&gt;Crítico).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os 3 principais (login, laudo, auditoria) com suas trust boundaries.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fluxo herda o nível do dado mais sensível que ele toca.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Ainda NÃO: </a:t>
            </a:r>
            <a:r>
              <a:rPr sz="1800">
                <a:solidFill>
                  <a:srgbClr val="212121"/>
                </a:solidFill>
                <a:latin typeface="Open Sans"/>
              </a:rPr>
              <a:t>base legal LGPD (vem na Fase 1) — aqui só marque o que é sensível.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todo dado tem um nível e os 3 fluxos críticos estão mapeados.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