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3 — DFD &amp; STRIDE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Threat modeling como gerador de requisitos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Threat Modeling · STRIDE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Threat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Descobrir como o sistema pode ser atacado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As 4 perguntas (Shostack)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método de threat modeling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O que construímos?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DFD, componentes, trust boundaries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O que pode dar errado?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aplicar STRIDE por elemento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O que vamos fazer?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mitigar/transferir/aceitar/eliminar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Fizemos um bom trabalho?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validar cobertura e atualizar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DFD com trust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 base visual do modelo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Entidade externa: </a:t>
            </a:r>
            <a:r>
              <a:rPr sz="1800">
                <a:solidFill>
                  <a:srgbClr val="212121"/>
                </a:solidFill>
                <a:latin typeface="Open Sans"/>
              </a:rPr>
              <a:t>usuário, navegador, serviço de terceiros.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Processo: </a:t>
            </a:r>
            <a:r>
              <a:rPr sz="1800">
                <a:solidFill>
                  <a:srgbClr val="212121"/>
                </a:solidFill>
                <a:latin typeface="Open Sans"/>
              </a:rPr>
              <a:t>autenticar, recuperar exame, publicar laudo.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Armazenamento: </a:t>
            </a:r>
            <a:r>
              <a:rPr sz="1800">
                <a:solidFill>
                  <a:srgbClr val="212121"/>
                </a:solidFill>
                <a:latin typeface="Open Sans"/>
              </a:rPr>
              <a:t>banco, bucket de PDFs, logs.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Fluxo: </a:t>
            </a:r>
            <a:r>
              <a:rPr sz="1800">
                <a:solidFill>
                  <a:srgbClr val="212121"/>
                </a:solidFill>
                <a:latin typeface="Open Sans"/>
              </a:rPr>
              <a:t>credenciais, id do exame, PDF.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Trust boundary: </a:t>
            </a:r>
            <a:r>
              <a:rPr sz="1800">
                <a:solidFill>
                  <a:srgbClr val="212121"/>
                </a:solidFill>
                <a:latin typeface="Open Sans"/>
              </a:rPr>
              <a:t>onde o dado cruza zonas de confiança — ali vão os controles.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STRIDE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Cada letra = uma ameaça × uma propriedade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STRIDE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Microsoft · categoria de ameaça vs propriedade violada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Spoofing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Authenticity — cookie roubado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Tampering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Integrity — alterar payload/parâmetro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Repudiation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Non-repudiation — faltam logs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Info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Confidentiality — SQLi vaza tabela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Denial of Service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Availability — exaustão de recursos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Elevation of Priv.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Authorization — IDOR, JWT alg:none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STRIDE -&gt; requisito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Cada ameaça deriva um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Spoofing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Authenticity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autenticar toda requisição; MFA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Tampering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Integrity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assinar/validar; TLS 1.3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Repudiation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Non-repudiation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trilha de auditoria assinada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Info disclosure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Confidentiality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cifrar; não expor stack trace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Elevation of Priv.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Authorization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deny by default; validar no servidor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2a)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2a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Modelo de ameaças de segurança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DFD: </a:t>
            </a:r>
            <a:r>
              <a:rPr sz="1800">
                <a:solidFill>
                  <a:srgbClr val="212121"/>
                </a:solidFill>
                <a:latin typeface="Open Sans"/>
              </a:rPr>
              <a:t>desenhe o recorte (login, download de laudo) com fronteiras.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STRIDE-per-element: </a:t>
            </a:r>
            <a:r>
              <a:rPr sz="1800">
                <a:solidFill>
                  <a:srgbClr val="212121"/>
                </a:solidFill>
                <a:latin typeface="Open Sans"/>
              </a:rPr>
              <a:t>para cada elemento, marque as ameaças e o requisito.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Árvore de ataque: </a:t>
            </a:r>
            <a:r>
              <a:rPr sz="1800">
                <a:solidFill>
                  <a:srgbClr val="212121"/>
                </a:solidFill>
                <a:latin typeface="Open Sans"/>
              </a:rPr>
              <a:t>decomponha o objetivo do atacante para o laudo.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Derive requisitos: </a:t>
            </a:r>
            <a:r>
              <a:rPr sz="1800">
                <a:solidFill>
                  <a:srgbClr val="212121"/>
                </a:solidFill>
                <a:latin typeface="Open Sans"/>
              </a:rPr>
              <a:t>cada ameaça concreta vira um requisito testável.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Alvo do exercício: </a:t>
            </a:r>
            <a:r>
              <a:rPr sz="1800">
                <a:solidFill>
                  <a:srgbClr val="212121"/>
                </a:solidFill>
                <a:latin typeface="Open Sans"/>
              </a:rPr>
              <a:t>o IDOR no download (paciente A baixa exame de B).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