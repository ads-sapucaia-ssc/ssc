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4 — Privacidade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LINDDUN, Privacy by Design e RIPD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Privacy Threat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Privacidade também é requisito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princípios de Cavoukian — base da LGPD/GDPR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Proativo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antecipar, não reagir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 por padrão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opt-in, coleta mínima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Embarcada no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é 'add-on'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Funcionalidade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win-win, não trade-off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Segurança fim a fim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todo o ciclo do dado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Transparência e respeito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titular no controle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'STRIDE da privacidade'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categorias de ameaça à privacidade do titular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Linkability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ligar registros ao mesmo titular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Identifiability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identificar por trás do pseudônimo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prender o titular a algo que negaria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Detectability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deduzir que um dado existe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Disclosure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vazar dado a quem não deveria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Unawareness / Non-compliance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titular não sabe / fere a lei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Controles de privacidade (PETs)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Da ameaça ao controle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Minimização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só o dado necessário à finalidade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Pseudonimização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id opaco no lugar de CPF/nome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Anonimização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titular não identificável (irreversível)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apagar/anonimizar após o prazo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RIPD / DPIA (LGPD art.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LINDDUN alimenta o relatório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Cada ameaça de privacidade identificada no LINDDUN, com seu risco e a medida mitigadora, compõe o Relatório de Impacto à Proteção de Dados.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LGPD art. 38 · tratamentos de alto risco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2b)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Modelo de ameaças de privacidade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LINDDUN-per-element: </a:t>
            </a:r>
            <a:r>
              <a:rPr sz="1800">
                <a:solidFill>
                  <a:srgbClr val="212121"/>
                </a:solidFill>
                <a:latin typeface="Open Sans"/>
              </a:rPr>
              <a:t>rode sobre o mesmo DFD do STRIDE.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Controle/PET: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ameaça, proponha minimização/pseudonimização.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Minimização: </a:t>
            </a:r>
            <a:r>
              <a:rPr sz="1800">
                <a:solidFill>
                  <a:srgbClr val="212121"/>
                </a:solidFill>
                <a:latin typeface="Open Sans"/>
              </a:rPr>
              <a:t>identifique campos sem finalidade (religião, renda).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RIPD: </a:t>
            </a:r>
            <a:r>
              <a:rPr sz="1800">
                <a:solidFill>
                  <a:srgbClr val="212121"/>
                </a:solidFill>
                <a:latin typeface="Open Sans"/>
              </a:rPr>
              <a:t>esboce o relatório a partir da tabela LINDDUN.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ameaça de privacidade priorizada = requisito com teste.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