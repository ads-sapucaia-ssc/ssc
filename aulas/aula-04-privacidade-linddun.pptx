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4. Assim como STRIDE modela ameaças de segurança, LINDDUN modela ameaças de PRIVACIDADE. Combinado com Privacy by Design e o RIPD (LGPD art. 38), fecha a parte de privacidade da Fase 2. Entregável: LINDDUN-per-element + esboço de RIPD.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Privacy by Design (Ann Cavoukian, 1995) é o método por trás da LGPD/GDPR. A ideia-chave: privacidade não se 'cola' no fim — nasce no design, é o padrão e não pede esforço do usuário. Contraste com o VidaPlus legado, que coleta dados sem consentimento e por padrão expõe tudo.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LINDDUN roda sobre o MESMO DFD do STRIDE: para cada elemento, pergunte quais das 7 ameaças de privacidade se aplicam. Repare que um mesmo problema aparece em várias lentes: o IDOR do laudo é Elevation of Privilege (STRIDE), Disclosure + Linkability (LINDDUN) e violação do art. 11/46 (LGPD).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aplicado ao VidaPlus. Cada ameaça vira um controle — chamado PET (Privacy Enhancing Technology): pseudonimização (id opaco no lugar do CPF), minimização (remover campo sem finalidade), anonimização (tornar o titular não identificável) e controle de acesso. Ameaça de privacidade priorizada = requisito com teste na matriz.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PETs são o repertório de controle de privacidade. Minimização e retenção atacam a causa (não coletar/não guardar demais); pseudonimização e anonimização reduzem o dano se houver vazamento. A eliminação do titular no VidaPlus usa ANONIMIZAÇÃO do prontuário (dever de guarda) e remoção da credencial.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RIPD (ou DPIA) é o documento formal que a LGPD exige quando o tratamento é de alto risco — caso do VidaPlus (saúde em larga escala). A boa notícia: você não parte do zero; a tabela LINDDUN priorizada JÁ é o miolo do RIPD (ameaça, risco, medida, risco residual). Entregável desta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a Fase 2: além do STRIDE (segurança), entregue o LINDDUN (privacidade) e o esboço do RIPD. Os requisitos de privacidade daqui entram no catálogo consolidado da Aula 5. Esta é a fase de maior peso na avaliação da disciplina.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4 — Privacidade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LINDDUN, Privacy by Design e RIPD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Privacy Threat Modeling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Privacidade também é requisito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Privacy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princípios de Cavoukian — base da LGPD/GDPR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Proativo, não reativo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antecipar o problema, não remediar depois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 por padrão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sem ação do usuário, o dado já está protegido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Embarcada no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é 'add-on' — é parte da arquitetura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Funcionalidade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privacidade não é trade-off; é win-win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Segurança fim a fim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proteção em todo o ciclo de vida do dado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Transparência e respeito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titular sabe e controla o tratamento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'STRIDE da privacidade'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7 categorias de ameaça à privacidade do titular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Vinculação (Linking)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ligar dois registros ao mesmo titular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Identificabilidade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identificar quem está por trás de um pseudônimo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Não-repúdio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prender o titular a algo que ele negaria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Detectabilidade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deduzir que um dado existe (enumeração)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Divulgação de informação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vazar dado a quem não deveria ter acesso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Desconhecimento &amp; Não-conformidade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titular não sabe do tratamento, ou o sistema descumpre a lei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LINDDUN-per-element (exemplo)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Ameaça -&gt; controle/PET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Identificabilidade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gravam CPF -&gt; pseudonimizar (user_id opaco)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Download de laudo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Divulgação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 -&gt; validar ownership no servidor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IDs sequenciais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Vinculação (Linking)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101, 102... -&gt; IDs nao sequenciais (UUID)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Banco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Não-conformidade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retenção infinita -&gt; política + anonimização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Controles de privacidade (PETs)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Da ameaça ao controle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Minimização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coletar só o dado necessário à finalidade (art. 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Pseudonimização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id opaco no lugar de CPF/nome (reversível com chave)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Anonimização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titular não identificável (irreversível)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apagar/anonimizar após o prazo 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RIPD / DPIA (LGPD art.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LINDDUN alimenta o relatório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Cada ameaça de privacidade do LINDDUN, com seu risco e a medida mitigadora, compõe o Relatório de Impacto à Proteção de Dados — exigido em tratamentos de alto risco.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LGPD art. 38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2b)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Threat model de privacidade — LINDDUN + RIPD (dossiê §4)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LINDDUN-per-element sobre o mesmo DFD do STRIDE (§4.1).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Controle/PET: </a:t>
            </a:r>
            <a:r>
              <a:rPr sz="1800">
                <a:solidFill>
                  <a:srgbClr val="212121"/>
                </a:solidFill>
                <a:latin typeface="Open Sans"/>
              </a:rPr>
              <a:t>para cada ameaça, um controle (minimização/pseudonimização/…).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Minimização: </a:t>
            </a:r>
            <a:r>
              <a:rPr sz="1800">
                <a:solidFill>
                  <a:srgbClr val="212121"/>
                </a:solidFill>
                <a:latin typeface="Open Sans"/>
              </a:rPr>
              <a:t>aponte campos sem finalidade (ex.: religião, renda no cadastro).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RIPD: </a:t>
            </a:r>
            <a:r>
              <a:rPr sz="1800">
                <a:solidFill>
                  <a:srgbClr val="212121"/>
                </a:solidFill>
                <a:latin typeface="Open Sans"/>
              </a:rPr>
              <a:t>esboce o relatório a partir da tabela LINDDUN (§4.3).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toda ameaça de privacidade priorizada tem controle e requisito.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